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今天用 BACalc 這個仿 BA II Plus 的財務計算機當案例，示範怎麼用 Claude Code 這類 AI Agent 從規劃、測試、到部署完成一個完整專案</a:t>
            </a:r>
          </a:p>
          <a:p/>
          <a:p>
            <a:r>
              <a:t>【投影片說明】</a:t>
            </a:r>
          </a:p>
          <a:p>
            <a:r>
              <a:t>封面（cover）：左側為課程名稱與講者，右上為 App 實際截圖，右下三個方塊是本案例的三個技術重點；出處列標示截圖日期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整門課分成十步，從兩層 CLAUDE.md 開始，到部署上 GitHub Pages、安裝到手機結束；每一步完成都有一個 git tag，可以隨時切回參考答案；step7 Google Drive 同步是選用，作者沒有實測，所以沒有 tag</a:t>
            </a:r>
          </a:p>
          <a:p/>
          <a:p>
            <a:r>
              <a:t>【投影片說明】</a:t>
            </a:r>
          </a:p>
          <a:p>
            <a:r>
              <a:t>蛇形流程圖（flow diagram）列出 step0～step9；磚紅色方塊為選用步驟；下方文字說明讀圖順序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選這個案例有三個理由：第一，財務計算的答案很明確，可以拿 Excel 或 BA II Plus 對；第二，它是 Python 寫的引擎，卻能在瀏覽器裡用 MicroPython 執行；第三，它是離線可用的 PWA，手機裝起來就能用；最重要的原則是寧可報錯，也不給看起來正常的錯數字</a:t>
            </a:r>
          </a:p>
          <a:p/>
          <a:p>
            <a:r>
              <a:t>【投影片說明】</a:t>
            </a:r>
          </a:p>
          <a:p>
            <a:r>
              <a:t>三張卡片（cards）分別說明案例的三個特點；下方磚紅句是全課反覆出現的原則；0.23 MB 與 23 倍為 DEVLOG 記錄的實測值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 App 的實際畫面：輸入 30 年、年利率 6%、借 300,000，留 PMT 空白按計算，求出每月付 1,798.65，紅色「付出」代表負號；右邊是手機版，一欄往下排，底部有分頁列</a:t>
            </a:r>
          </a:p>
          <a:p/>
          <a:p>
            <a:r>
              <a:t>【投影片說明】</a:t>
            </a:r>
          </a:p>
          <a:p>
            <a:r>
              <a:t>左為桌面版截圖、中為手機版截圖（Playwright 驅動 Chrome 實際操作後擷取），右側為讀圖重點；數字與 Excel =PMT(0.06/12,360,300000) 一致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架構上採 MVC：Model 是 engine 裡的純 Python，不碰任何 I/O；Controller 是 bridge.py 和前端的 app.js、py-worker.js；View 是畫面；這樣切的好處是 Model 可以在電腦上用 pytest 測，也可以在 MicroPython 上跑同一份測試</a:t>
            </a:r>
          </a:p>
          <a:p/>
          <a:p>
            <a:r>
              <a:t>【投影片說明】</a:t>
            </a:r>
          </a:p>
          <a:p>
            <a:r>
              <a:t>橫向流程圖（flowrow）表示一次計算請求經過的四層；下方三句說明讀圖方式、雙執行環境測試與統一回傳格式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接下來每一步都用同一個格式下 Prompt：任務、介面、限制、驗收；介面只寫別人會依賴的東西，例如檔名、函式簽名、回傳格式；限制寫執行環境與禁止事項；驗收寫成可以執行的指令，AI 做完要把實際輸出貼出來</a:t>
            </a:r>
          </a:p>
          <a:p/>
          <a:p>
            <a:r>
              <a:t>【投影片說明】</a:t>
            </a:r>
          </a:p>
          <a:p>
            <a:r>
              <a:t>四個方塊依序為四段式的四個段落，下方說明各段寫法；最後一句為本方法的重點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CLAUDE.md 是寫給 AI 看的工作規則；第一層在自己的家目錄，放個人習慣，例如用繁體中文回答、不確定就說不確定；第二層在專案資料夾，放這個專案的規則，例如 MVC、不回假數字；本專案實際看到 AI 在安裝套件前停下來等同意，就是因為規則有寫</a:t>
            </a:r>
          </a:p>
          <a:p/>
          <a:p>
            <a:r>
              <a:t>【投影片說明】</a:t>
            </a:r>
          </a:p>
          <a:p>
            <a:r>
              <a:t>流程圖表示兩層 CLAUDE.md 與 AI 開工的關係；接下來兩頁是兩層的完整範本，可從 Prompt 卡複製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這是使用者層級的範本，只有五條：繁體中文、不確定就說、自己測試、大改動先給計畫、危險動作先問；這五條和專案無關，寫在家目錄，所有專案共用</a:t>
            </a:r>
          </a:p>
          <a:p/>
          <a:p>
            <a:r>
              <a:t>【投影片說明】</a:t>
            </a:r>
          </a:p>
          <a:p>
            <a:r>
              <a:t>深色框為 USER_CLAUDE_MD 範本原文（Consolas 14 pt，原文密集的例外）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這是專案層級的範本，固定五段；請注意重要規則那段：MVC、不回假數字、禁止 eval、engine 只能用 math 和 json，這些都是本專案實際踩過才寫進來的（第 1 頁，共 4 頁）</a:t>
            </a:r>
          </a:p>
          <a:p/>
          <a:p>
            <a:r>
              <a:t>【投影片說明】</a:t>
            </a:r>
          </a:p>
          <a:p>
            <a:r>
              <a:t>深色框為 PROJECT_CLAUDE_MD 範本原文，依段落分頁；step0 tag 的 CLAUDE.md 早於範本，段落不同，只當參考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這是專案層級的範本，固定五段；請注意重要規則那段：MVC、不回假數字、禁止 eval、engine 只能用 math 和 json，這些都是本專案實際踩過才寫進來的（第 2 頁，共 4 頁）</a:t>
            </a:r>
          </a:p>
          <a:p/>
          <a:p>
            <a:r>
              <a:t>【投影片說明】</a:t>
            </a:r>
          </a:p>
          <a:p>
            <a:r>
              <a:t>深色框為 PROJECT_CLAUDE_MD 範本原文，依段落分頁；step0 tag 的 CLAUDE.md 早於範本，段落不同，只當參考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這是專案層級的範本，固定五段；請注意重要規則那段：MVC、不回假數字、禁止 eval、engine 只能用 math 和 json，這些都是本專案實際踩過才寫進來的（第 3 頁，共 4 頁）</a:t>
            </a:r>
          </a:p>
          <a:p/>
          <a:p>
            <a:r>
              <a:t>【投影片說明】</a:t>
            </a:r>
          </a:p>
          <a:p>
            <a:r>
              <a:t>深色框為 PROJECT_CLAUDE_MD 範本原文，依段落分頁；step0 tag 的 CLAUDE.md 早於範本，段落不同，只當參考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這是專案層級的範本，固定五段；請注意重要規則那段：MVC、不回假數字、禁止 eval、engine 只能用 math 和 json，這些都是本專案實際踩過才寫進來的（第 4 頁，共 4 頁）</a:t>
            </a:r>
          </a:p>
          <a:p/>
          <a:p>
            <a:r>
              <a:t>【投影片說明】</a:t>
            </a:r>
          </a:p>
          <a:p>
            <a:r>
              <a:t>深色框為 PROJECT_CLAUDE_MD 範本原文，依段落分頁；step0 tag 的 CLAUDE.md 早於範本，段落不同，只當參考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第 0 步是「兩層 CLAUDE.md：先教 AI 規矩」；目標是使用者層級放個人通用習慣，專案層級放這個專案的規則，AI 每次開工都會先讀到，不用每次重講；做法是先下四段式 Prompt，讓 AI 實作，跑完 4 項驗收，最後用 git checkout step0 對照參考答案</a:t>
            </a:r>
          </a:p>
          <a:p/>
          <a:p>
            <a:r>
              <a:t>【投影片說明】</a:t>
            </a:r>
          </a:p>
          <a:p>
            <a: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0 步實際使用的 Prompt；請注意【介面】只寫別人會依賴的檔名、函式與格式，【限制】寫執行環境與禁止事項，【驗收】寫可以執行的指令（第 1 頁，共 2 頁）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0 步實際使用的 Prompt；請注意【介面】只寫別人會依賴的檔名、函式與格式，【限制】寫執行環境與禁止事項，【驗收】寫可以執行的指令（第 2 頁，共 2 頁）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對照組是一句話下法「幫我寫一個 CLAUDE.md」；左邊是課前演練實際跑出來的結果，由實作者在全新資料夾扮演學生與 AI，不是獨立的 AI 工作階段，細節見 teaching/rehearse.md；右邊是四段式 Prompt 的預期產出；本專案實際踩過的同類問題放在後面「實際踩過的坑」第一條</a:t>
            </a:r>
          </a:p>
          <a:p/>
          <a:p>
            <a:r>
              <a:t>【投影片說明】</a:t>
            </a:r>
          </a:p>
          <a:p>
            <a:r>
              <a:t>左右兩張卡片對照一句話下法與四段式 Prompt；左卡「實測（替身演練）」標示該結果來自課前演練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驗收是這一步最重要的部分；這 4 項指令在 step0 上都存在、可以執行；請 AI 把實際輸出貼出來，不要只說「測試通過」</a:t>
            </a:r>
          </a:p>
          <a:p/>
          <a:p>
            <a:r>
              <a:t>【投影片說明】</a:t>
            </a:r>
          </a:p>
          <a:p>
            <a:r>
              <a:t>深色框列出驗收指令（$ 為終端機指令、# 為手動操作，Consolas 16 pt）；下方磚紅字為完成條件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這些都是本專案實際踩過的坑，不是假設；例如第一條：實際踩過：規劃時原本要用 AST 白名單解析算式，自我檢查才發現 MicroPython 沒有 ast 模組，改成自寫遞迴下降剖析器（第 1 頁，共 2 頁）</a:t>
            </a:r>
          </a:p>
          <a:p/>
          <a:p>
            <a:r>
              <a:t>【投影片說明】</a:t>
            </a:r>
          </a:p>
          <a:p>
            <a: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這些都是本專案實際踩過的坑，不是假設；例如第一條：step0 tag 的規格書仍寫 Pyodide、AST 白名單、金額用 decimal，和這步 Prompt 的 MicroPython 限制矛盾，要請 AI 列出矛盾，step1 修規格時再改（第 2 頁，共 2 頁）</a:t>
            </a:r>
          </a:p>
          <a:p/>
          <a:p>
            <a:r>
              <a:t>【投影片說明】</a:t>
            </a:r>
          </a:p>
          <a:p>
            <a: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第 1 步是「用 plan mode 先規劃再動手」；目標是讓 AI 先寫規格書與實作計畫，確認 MVC、測試方式與每一步怎麼驗收，同意後才寫程式；做法是先下四段式 Prompt，讓 AI 實作，跑完 3 項驗收，最後用 git checkout step1 對照參考答案</a:t>
            </a:r>
          </a:p>
          <a:p/>
          <a:p>
            <a:r>
              <a:t>【投影片說明】</a:t>
            </a:r>
          </a:p>
          <a:p>
            <a: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1 步實際使用的 Prompt；請注意【介面】只寫別人會依賴的檔名、函式與格式，【限制】寫執行環境與禁止事項，【驗收】寫可以執行的指令（第 1 頁，共 2 頁）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1 步實際使用的 Prompt；請注意【介面】只寫別人會依賴的檔名、函式與格式，【限制】寫執行環境與禁止事項，【驗收】寫可以執行的指令（第 2 頁，共 2 頁）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對照組是一句話下法「幫我做一個 BA II Plus 計算機的網頁 App」；左邊是課前演練實際跑出來的結果，由實作者在全新資料夾扮演學生與 AI，不是獨立的 AI 工作階段，細節見 teaching/rehearse.md；右邊是四段式 Prompt 的預期產出；本專案實際踩過的同類問題放在後面「實際踩過的坑」第一條</a:t>
            </a:r>
          </a:p>
          <a:p/>
          <a:p>
            <a:r>
              <a:t>【投影片說明】</a:t>
            </a:r>
          </a:p>
          <a:p>
            <a:r>
              <a:t>左右兩張卡片對照一句話下法與四段式 Prompt；左卡「實測（替身演練）」標示該結果來自課前演練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驗收是這一步最重要的部分；這 3 項指令在 step1 上都存在、可以執行；請 AI 把實際輸出貼出來，不要只說「測試通過」</a:t>
            </a:r>
          </a:p>
          <a:p/>
          <a:p>
            <a:r>
              <a:t>【投影片說明】</a:t>
            </a:r>
          </a:p>
          <a:p>
            <a:r>
              <a:t>深色框列出驗收指令（$ 為終端機指令、# 為手動操作，Consolas 16 pt）；下方磚紅字為完成條件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這些都是本專案實際踩過的坑，不是假設；例如第一條：實際踩過：規格第一版用 Pyodide，修訂時實測 jsDelivr 傳輸大小，Pyodide 約 5.3 MB、MicroPython 約 0.23 MB，才改成 MicroPython（第 1 頁，共 2 頁）</a:t>
            </a:r>
          </a:p>
          <a:p/>
          <a:p>
            <a:r>
              <a:t>【投影片說明】</a:t>
            </a:r>
          </a:p>
          <a:p>
            <a: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這些都是本專案實際踩過的坑，不是假設；例如第一條：驗收指令寫的是作者的檔名 plan-2026-10-20.md，學生計畫的日期不同，要換成自己的檔名，否則 FileNotFoundError（第 2 頁，共 2 頁）</a:t>
            </a:r>
          </a:p>
          <a:p/>
          <a:p>
            <a:r>
              <a:t>【投影片說明】</a:t>
            </a:r>
          </a:p>
          <a:p>
            <a: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第 2 步是「TDD：TVM 貨幣時間價值引擎」；目標是先寫會失敗的測試再寫程式，用 Excel 公式當標準答案，做出可以同時在 CPython 與 MicroPython 執行的 TVM 引擎；做法是先下四段式 Prompt，讓 AI 實作，跑完 4 項驗收，最後用 git checkout step2 對照參考答案</a:t>
            </a:r>
          </a:p>
          <a:p/>
          <a:p>
            <a:r>
              <a:t>【投影片說明】</a:t>
            </a:r>
          </a:p>
          <a:p>
            <a: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2 步實際使用的 Prompt；請注意【介面】只寫別人會依賴的檔名、函式與格式，【限制】寫執行環境與禁止事項，【驗收】寫可以執行的指令（第 1 頁，共 2 頁）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2 步實際使用的 Prompt；請注意【介面】只寫別人會依賴的檔名、函式與格式，【限制】寫執行環境與禁止事項，【驗收】寫可以執行的指令（第 2 頁，共 2 頁）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對照組是一句話下法「用 Python 寫 TVM 計算，要有測試」；左邊是課前演練實際跑出來的結果，由實作者在全新資料夾扮演學生與 AI，不是獨立的 AI 工作階段，細節見 teaching/rehearse.md；右邊是四段式 Prompt 的預期產出；本專案實際踩過的同類問題放在後面「實際踩過的坑」第一條</a:t>
            </a:r>
          </a:p>
          <a:p/>
          <a:p>
            <a:r>
              <a:t>【投影片說明】</a:t>
            </a:r>
          </a:p>
          <a:p>
            <a:r>
              <a:t>左右兩張卡片對照一句話下法與四段式 Prompt；左卡「實測（替身演練）」標示該結果來自課前演練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驗收是這一步最重要的部分；這 4 項指令在 step2 上都存在、可以執行；請 AI 把實際輸出貼出來，不要只說「測試通過」</a:t>
            </a:r>
          </a:p>
          <a:p/>
          <a:p>
            <a:r>
              <a:t>【投影片說明】</a:t>
            </a:r>
          </a:p>
          <a:p>
            <a:r>
              <a:t>深色框列出驗收指令（$ 為終端機指令、# 為手動操作，Consolas 16 pt）；下方磚紅字為完成條件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 TVM 引擎接上畫面後的實際結果：房貸例題求出每月付款 1,798.65，紅色付出代表負號，和 Excel 的 PMT 一樣是 -1,798.65</a:t>
            </a:r>
          </a:p>
          <a:p/>
          <a:p>
            <a:r>
              <a:t>【投影片說明】</a:t>
            </a:r>
          </a:p>
          <a:p>
            <a:r>
              <a:t>App 實際截圖（Playwright 驅動 Chrome，在 localhost:8765 實際輸入後擷取）；圖下為說明，旁邊或下方為讀圖重點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這些都是本專案實際踩過的坑，不是假設；例如第一條：實際踩過：PV、PMT 同號的無解案例，初版求 N 回傳約 -8.3 期，看起來像數字其實沒有意義，改成 N ≤ 0 一律回錯誤（第 1 頁，共 2 頁）</a:t>
            </a:r>
          </a:p>
          <a:p/>
          <a:p>
            <a:r>
              <a:t>【投影片說明】</a:t>
            </a:r>
          </a:p>
          <a:p>
            <a: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這些都是本專案實際踩過的坑，不是假設；例如第一條：I/Y 真的是 0% 時牛頓法停在 -1.2e-7%，畫面可能顯示 -0.00（第 2 頁，共 2 頁）</a:t>
            </a:r>
          </a:p>
          <a:p/>
          <a:p>
            <a:r>
              <a:t>【投影片說明】</a:t>
            </a:r>
          </a:p>
          <a:p>
            <a: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第 3 步是「其他工作表引擎與突變測試」；目標是照 TVM 的 TDD 方式完成其餘工作表與 bridge，再用突變測試證明測試真的抓得到錯；做法是先下四段式 Prompt，讓 AI 實作，跑完 4 項驗收，最後用 git checkout step3 對照參考答案</a:t>
            </a:r>
          </a:p>
          <a:p/>
          <a:p>
            <a:r>
              <a:t>【投影片說明】</a:t>
            </a:r>
          </a:p>
          <a:p>
            <a: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3 步實際使用的 Prompt；請注意【介面】只寫別人會依賴的檔名、函式與格式，【限制】寫執行環境與禁止事項，【驗收】寫可以執行的指令（第 1 頁，共 2 頁）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3 步實際使用的 Prompt；請注意【介面】只寫別人會依賴的檔名、函式與格式，【限制】寫執行環境與禁止事項，【驗收】寫可以執行的指令（第 2 頁，共 2 頁）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對照組是一句話下法「把 BA II Plus 其他功能都做出來」；左邊寫的是推測的結果，本專案沒有真的用一句話版本跑過，所以不能當成實測；右邊是四段式 Prompt 的預期產出；本專案實際踩過的同類問題放在後面「實際踩過的坑」第一條</a:t>
            </a:r>
          </a:p>
          <a:p/>
          <a:p>
            <a:r>
              <a:t>【投影片說明】</a:t>
            </a:r>
          </a:p>
          <a:p>
            <a:r>
              <a:t>左右兩張卡片對照一句話下法與四段式 Prompt；左卡「推測（未實測）」標示該結果不是實測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驗收是這一步最重要的部分；這 4 項指令在 step3 上都存在、可以執行；請 AI 把實際輸出貼出來，不要只說「測試通過」</a:t>
            </a:r>
          </a:p>
          <a:p/>
          <a:p>
            <a:r>
              <a:t>【投影片說明】</a:t>
            </a:r>
          </a:p>
          <a:p>
            <a:r>
              <a:t>深色框列出驗收指令（$ 為終端機指令、# 為手動操作，Consolas 16 pt）；下方磚紅字為完成條件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左邊是攤還，第一年利息 -17,899.78，和 Excel CUMIPMT 一樣；右邊是現金流，NPV 282.77、IRR 11.52%，因為現金流正負號變了兩次，App 會提醒 IRR 可能有多個解</a:t>
            </a:r>
          </a:p>
          <a:p/>
          <a:p>
            <a:r>
              <a:t>【投影片說明】</a:t>
            </a:r>
          </a:p>
          <a:p>
            <a:r>
              <a:t>App 實際截圖（Playwright 驅動 Chrome，在 localhost:8765 實際輸入後擷取）；圖下為說明，旁邊或下方為讀圖重點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這些都是本專案實際踩過的坑，不是假設；例如第一條：實際踩過：攤還初版用 round() 取整期數，24.5 期被當成 24 期，算出看似正常的錯數字（第 1 頁，共 2 頁）</a:t>
            </a:r>
          </a:p>
          <a:p/>
          <a:p>
            <a:r>
              <a:t>【投影片說明】</a:t>
            </a:r>
          </a:p>
          <a:p>
            <a: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這些都是本專案實際踩過的坑，不是假設；例如第一條：等價突變：IRR 下限改成 0 仍存活，因為後備掃描會找回同一個根，要改成複合突變才殺得死（第 2 頁，共 2 頁）</a:t>
            </a:r>
          </a:p>
          <a:p/>
          <a:p>
            <a:r>
              <a:t>【投影片說明】</a:t>
            </a:r>
          </a:p>
          <a:p>
            <a: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第 4 步是「PWA 殼與 MicroPython（Web Worker）橋接」；目標是先用 spike 證明 MicroPython 是雙精度，再讓畫面先顯示、Python 在背景載入，離線也能用；同一份 golden 在 MicroPython 也要全綠；做法是先下四段式 Prompt，讓 AI 實作，跑完 8 項驗收，最後用 git checkout step4 對照參考答案</a:t>
            </a:r>
          </a:p>
          <a:p/>
          <a:p>
            <a:r>
              <a:t>【投影片說明】</a:t>
            </a:r>
          </a:p>
          <a:p>
            <a: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4 步實際使用的 Prompt；請注意【介面】只寫別人會依賴的檔名、函式與格式，【限制】寫執行環境與禁止事項，【驗收】寫可以執行的指令（第 1 頁，共 2 頁）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4 步實際使用的 Prompt；請注意【介面】只寫別人會依賴的檔名、函式與格式，【限制】寫執行環境與禁止事項，【驗收】寫可以執行的指令（第 2 頁，共 2 頁）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對照組是一句話下法「把 Python 引擎放到網頁上跑」；左邊寫的是推測的結果，本專案沒有真的用一句話版本跑過，所以不能當成實測；右邊是四段式 Prompt 的預期產出；本專案實際踩過的同類問題放在後面「實際踩過的坑」第一條</a:t>
            </a:r>
          </a:p>
          <a:p/>
          <a:p>
            <a:r>
              <a:t>【投影片說明】</a:t>
            </a:r>
          </a:p>
          <a:p>
            <a:r>
              <a:t>左右兩張卡片對照一句話下法與四段式 Prompt；左卡「推測（未實測）」標示該結果不是實測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驗收是這一步最重要的部分；這 8 項指令在 step4 上都存在、可以執行；請 AI 把實際輸出貼出來，不要只說「測試通過」</a:t>
            </a:r>
          </a:p>
          <a:p/>
          <a:p>
            <a:r>
              <a:t>【投影片說明】</a:t>
            </a:r>
          </a:p>
          <a:p>
            <a:r>
              <a:t>深色框列出驗收指令（$ 為終端機指令、# 為手動操作，Consolas 16 pt）；下方磚紅字為完成條件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設定頁的「關於」區會顯示 MicroPython 版本與啟動時間；這次截圖時殼約 0.5 秒出現，Python 約 0.7 秒就緒，這是本機的數字，手機上會比較慢</a:t>
            </a:r>
          </a:p>
          <a:p/>
          <a:p>
            <a:r>
              <a:t>【投影片說明】</a:t>
            </a:r>
          </a:p>
          <a:p>
            <a:r>
              <a:t>App 實際截圖（Playwright 驅動 Chrome，在 localhost:8765 實際輸入後擷取）；圖下為說明，旁邊或下方為讀圖重點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這些都是本專案實際踩過的坑，不是假設；例如第一條：實際踩過：spike 發現 Exception.__init__(self, msg) 在 MicroPython 會擲 AttributeError，所有錯誤訊息都變成「內部錯誤」；json.dumps 不支援 allow_nan、也沒有 RecursionError，CPython 測試全過也抓不到（第 1 頁，共 2 頁）</a:t>
            </a:r>
          </a:p>
          <a:p/>
          <a:p>
            <a:r>
              <a:t>【投影片說明】</a:t>
            </a:r>
          </a:p>
          <a:p>
            <a: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這些都是本專案實際踩過的坑，不是假設；例如第一條：core.autocrlf=true 會改動 wasm 等鎖定檔的位元組，加 .gitattributes 的 web/vendor/* -text（第 2 頁，共 2 頁）</a:t>
            </a:r>
          </a:p>
          <a:p/>
          <a:p>
            <a:r>
              <a:t>【投影片說明】</a:t>
            </a:r>
          </a:p>
          <a:p>
            <a: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第 5 步是「人性化 UI：每張工作表的畫面」；目標是手機與電腦都好操作：留一格空白就算、錯誤標出欄位、說明附真實範例、表格可匯出 CSV；做法是先下四段式 Prompt，讓 AI 實作，跑完 4 項驗收，最後用 git checkout step5 對照參考答案</a:t>
            </a:r>
          </a:p>
          <a:p/>
          <a:p>
            <a:r>
              <a:t>【投影片說明】</a:t>
            </a:r>
          </a:p>
          <a:p>
            <a: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5 步實際使用的 Prompt；請注意【介面】只寫別人會依賴的檔名、函式與格式，【限制】寫執行環境與禁止事項，【驗收】寫可以執行的指令（第 1 頁，共 2 頁）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5 步實際使用的 Prompt；請注意【介面】只寫別人會依賴的檔名、函式與格式，【限制】寫執行環境與禁止事項，【驗收】寫可以執行的指令（第 2 頁，共 2 頁）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對照組是一句話下法「幫每個功能做一個好看的畫面」；左邊寫的是推測的結果，本專案沒有真的用一句話版本跑過，所以不能當成實測；右邊是四段式 Prompt 的預期產出；本專案實際踩過的同類問題放在後面「實際踩過的坑」第一條</a:t>
            </a:r>
          </a:p>
          <a:p/>
          <a:p>
            <a:r>
              <a:t>【投影片說明】</a:t>
            </a:r>
          </a:p>
          <a:p>
            <a:r>
              <a:t>左右兩張卡片對照一句話下法與四段式 Prompt；左卡「推測（未實測）」標示該結果不是實測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驗收是這一步最重要的部分；這 4 項指令在 step5 上都存在、可以執行；請 AI 把實際輸出貼出來，不要只說「測試通過」</a:t>
            </a:r>
          </a:p>
          <a:p/>
          <a:p>
            <a:r>
              <a:t>【投影片說明】</a:t>
            </a:r>
          </a:p>
          <a:p>
            <a:r>
              <a:t>深色框列出驗收指令（$ 為終端機指令、# 為手動操作，Consolas 16 pt）；下方磚紅字為完成條件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左邊是計算機與紙帶，每算一次就留一筆紀錄；右邊是手機版，一欄往下排、底部有分頁列</a:t>
            </a:r>
          </a:p>
          <a:p/>
          <a:p>
            <a:r>
              <a:t>【投影片說明】</a:t>
            </a:r>
          </a:p>
          <a:p>
            <a:r>
              <a:t>App 實際截圖（Playwright 驅動 Chrome，在 localhost:8765 實際輸入後擷取）；圖下為說明，旁邊或下方為讀圖重點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這些都是本專案實際踩過的坑，不是假設；例如第一條：實際踩過：說明文字的範例是猜的，e2e 抓到 IRR 寫 13.7 實際 13.78、MIRR 寫 11.9 實際 11.83（第 1 頁，共 2 頁）</a:t>
            </a:r>
          </a:p>
          <a:p/>
          <a:p>
            <a:r>
              <a:t>【投影片說明】</a:t>
            </a:r>
          </a:p>
          <a:p>
            <a: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這些都是本專案實際踩過的坑，不是假設；例如第一條：貼上表格：單欄但行尾有 tab 被誤判成多欄（第 2 頁，共 2 頁）</a:t>
            </a:r>
          </a:p>
          <a:p/>
          <a:p>
            <a:r>
              <a:t>【投影片說明】</a:t>
            </a:r>
          </a:p>
          <a:p>
            <a: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第 6 步是「本機儲存與 JSON 匯出入」；目標是設定、紙帶、記憶、情境存在手機本機（IndexedDB），可匯出 JSON 備份並匯入還原；做法是先下四段式 Prompt，讓 AI 實作，跑完 3 項驗收，最後用 git checkout step6 對照參考答案</a:t>
            </a:r>
          </a:p>
          <a:p/>
          <a:p>
            <a:r>
              <a:t>【投影片說明】</a:t>
            </a:r>
          </a:p>
          <a:p>
            <a: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6 步實際使用的 Prompt；請注意【介面】只寫別人會依賴的檔名、函式與格式，【限制】寫執行環境與禁止事項，【驗收】寫可以執行的指令（第 1 頁，共 2 頁）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6 步實際使用的 Prompt；請注意【介面】只寫別人會依賴的檔名、函式與格式，【限制】寫執行環境與禁止事項，【驗收】寫可以執行的指令（第 2 頁，共 2 頁）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對照組是一句話下法「加一個存檔功能」；左邊寫的是推測的結果，本專案沒有真的用一句話版本跑過，所以不能當成實測；右邊是四段式 Prompt 的預期產出；本專案實際踩過的同類問題放在後面「實際踩過的坑」第一條</a:t>
            </a:r>
          </a:p>
          <a:p/>
          <a:p>
            <a:r>
              <a:t>【投影片說明】</a:t>
            </a:r>
          </a:p>
          <a:p>
            <a:r>
              <a:t>左右兩張卡片對照一句話下法與四段式 Prompt；左卡「推測（未實測）」標示該結果不是實測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驗收是這一步最重要的部分；這 3 項指令在 step6 上都存在、可以執行；請 AI 把實際輸出貼出來，不要只說「測試通過」</a:t>
            </a:r>
          </a:p>
          <a:p/>
          <a:p>
            <a:r>
              <a:t>【投影片說明】</a:t>
            </a:r>
          </a:p>
          <a:p>
            <a:r>
              <a:t>深色框列出驗收指令（$ 為終端機指令、# 為手動操作，Consolas 16 pt）；下方磚紅字為完成條件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設定頁上方是匯出與匯入 JSON 的按鈕，匯入時可以選合併或取代；下方 Google Drive 同步預設是關閉的</a:t>
            </a:r>
          </a:p>
          <a:p/>
          <a:p>
            <a:r>
              <a:t>【投影片說明】</a:t>
            </a:r>
          </a:p>
          <a:p>
            <a:r>
              <a:t>App 實際截圖（Playwright 驅動 Chrome，在 localhost:8765 實際輸入後擷取）；圖下為說明，旁邊或下方為讀圖重點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這些都是本專案實際踩過的坑，不是假設；例如第一條：實際踩過：情境儲存一開始沒存 CF、STAT 的表格內容，載入後舊表格和新的 CF0、I 混在一起，看起來像正常結果</a:t>
            </a:r>
          </a:p>
          <a:p/>
          <a:p>
            <a:r>
              <a:t>【投影片說明】</a:t>
            </a:r>
          </a:p>
          <a:p>
            <a: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這一步是選用，作者沒有用真的 Client ID 實測，所以沒有 tag，課堂上當延伸閱讀；第 7 步是「Google Drive 同步（選用，作者未實測）」；目標是使用者自己申請 OAuth Client ID 後，可把備份手動上傳到 Drive 的 App 專屬資料夾；預設關閉，選用，作者未實測，沒有 step7 tag；做法是先下四段式 Prompt，讓 AI 實作，跑完 3 項驗收，這一步沒有參考答案 tag</a:t>
            </a:r>
          </a:p>
          <a:p/>
          <a:p>
            <a:r>
              <a:t>【投影片說明】</a:t>
            </a:r>
          </a:p>
          <a:p>
            <a: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7 步實際使用的 Prompt；請注意【介面】只寫別人會依賴的檔名、函式與格式，【限制】寫執行環境與禁止事項，【驗收】寫可以執行的指令（第 1 頁，共 2 頁）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7 步實際使用的 Prompt；請注意【介面】只寫別人會依賴的檔名、函式與格式，【限制】寫執行環境與禁止事項，【驗收】寫可以執行的指令（第 2 頁，共 2 頁）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對照組是一句話下法「幫我把資料同步到 Google Drive」；左邊寫的是推測的結果，本專案沒有真的用一句話版本跑過，所以不能當成實測；右邊是四段式 Prompt 的預期產出；本專案實際踩過的同類問題放在後面「實際踩過的坑」第一條</a:t>
            </a:r>
          </a:p>
          <a:p/>
          <a:p>
            <a:r>
              <a:t>【投影片說明】</a:t>
            </a:r>
          </a:p>
          <a:p>
            <a:r>
              <a:t>左右兩張卡片對照一句話下法與四段式 Prompt；左卡「推測（未實測）」標示該結果不是實測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驗收是這一步最重要的部分；這 3 項指令在 目前的版本 上都存在、可以執行；請 AI 把實際輸出貼出來，不要只說「測試通過」</a:t>
            </a:r>
          </a:p>
          <a:p/>
          <a:p>
            <a:r>
              <a:t>【投影片說明】</a:t>
            </a:r>
          </a:p>
          <a:p>
            <a:r>
              <a:t>深色框列出驗收指令（$ 為終端機指令、# 為手動操作，Consolas 16 pt）；下方磚紅字為完成條件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這些都是本專案實際踩過的坑，不是假設；例如第一條：實際踩過：原本用時間戳判斷本機有沒有改，記憶與設定的修改看不出來，改成記錄上次同步的內容雜湊</a:t>
            </a:r>
          </a:p>
          <a:p/>
          <a:p>
            <a:r>
              <a:t>【投影片說明】</a:t>
            </a:r>
          </a:p>
          <a:p>
            <a: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第 8 步是「自我驗證 Loop 寫成 Skill」；目標是一個指令跑完全部驗證並產生 HTML log，再寫成 Skill，讓 AI 每次改完都自己跑「改、驗、讀 log、修」；做法是先下四段式 Prompt，讓 AI 實作，跑完 5 項驗收，最後用 git checkout step8 對照參考答案</a:t>
            </a:r>
          </a:p>
          <a:p/>
          <a:p>
            <a:r>
              <a:t>【投影片說明】</a:t>
            </a:r>
          </a:p>
          <a:p>
            <a: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8 步實際使用的 Prompt；請注意【介面】只寫別人會依賴的檔名、函式與格式，【限制】寫執行環境與禁止事項，【驗收】寫可以執行的指令（第 1 頁，共 2 頁）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8 步實際使用的 Prompt；請注意【介面】只寫別人會依賴的檔名、函式與格式，【限制】寫執行環境與禁止事項，【驗收】寫可以執行的指令（第 2 頁，共 2 頁）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對照組是一句話下法「寫個腳本跑全部測試」；左邊寫的是推測的結果，本專案沒有真的用一句話版本跑過，所以不能當成實測；右邊是四段式 Prompt 的預期產出；本專案實際踩過的同類問題放在後面「實際踩過的坑」第一條</a:t>
            </a:r>
          </a:p>
          <a:p/>
          <a:p>
            <a:r>
              <a:t>【投影片說明】</a:t>
            </a:r>
          </a:p>
          <a:p>
            <a:r>
              <a:t>左右兩張卡片對照一句話下法與四段式 Prompt；左卡「推測（未實測）」標示該結果不是實測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驗收是這一步最重要的部分；這 5 項指令在 step8 上都存在、可以執行；請 AI 把實際輸出貼出來，不要只說「測試通過」</a:t>
            </a:r>
          </a:p>
          <a:p/>
          <a:p>
            <a:r>
              <a:t>【投影片說明】</a:t>
            </a:r>
          </a:p>
          <a:p>
            <a:r>
              <a:t>深色框列出驗收指令（$ 為終端機指令、# 為手動操作，Consolas 16 pt）；下方磚紅字為完成條件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這些都是本專案實際踩過的坑，不是假設；例如第一條：實際踩過：完整驗證約 2 分 22 秒（第 1 頁，共 2 頁）</a:t>
            </a:r>
          </a:p>
          <a:p/>
          <a:p>
            <a:r>
              <a:t>【投影片說明】</a:t>
            </a:r>
          </a:p>
          <a:p>
            <a: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這些都是本專案實際踩過的坑，不是假設；例如第一條：e2e 檢查表有幾項預期值是公式推算、未經瀏覽器實測，要在表上註明（第 2 頁，共 2 頁）</a:t>
            </a:r>
          </a:p>
          <a:p/>
          <a:p>
            <a:r>
              <a:t>【投影片說明】</a:t>
            </a:r>
          </a:p>
          <a:p>
            <a: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第 9 步是「部署到 GitHub Pages、安裝到手機」；目標是push 到 main 時自動測試，全過才部署；手機安裝成 App，飛航模式也能算；做法是先下四段式 Prompt，讓 AI 實作，跑完 5 項驗收，最後用 git checkout step9 對照參考答案</a:t>
            </a:r>
          </a:p>
          <a:p/>
          <a:p>
            <a:r>
              <a:t>【投影片說明】</a:t>
            </a:r>
          </a:p>
          <a:p>
            <a: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9 步實際使用的 Prompt；請注意【介面】只寫別人會依賴的檔名、函式與格式，【限制】寫執行環境與禁止事項，【驗收】寫可以執行的指令（第 1 頁，共 2 頁）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這是第 9 步實際使用的 Prompt；請注意【介面】只寫別人會依賴的檔名、函式與格式，【限制】寫執行環境與禁止事項，【驗收】寫可以執行的指令（第 2 頁，共 2 頁）</a:t>
            </a:r>
          </a:p>
          <a:p/>
          <a:p>
            <a:r>
              <a:t>【投影片說明】</a:t>
            </a:r>
          </a:p>
          <a:p>
            <a: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對照組是一句話下法「幫我把網站放上網」；左邊寫的是推測的結果，本專案沒有真的用一句話版本跑過，所以不能當成實測；右邊是四段式 Prompt 的預期產出；本專案實際踩過的同類問題放在後面「實際踩過的坑」第一條</a:t>
            </a:r>
          </a:p>
          <a:p/>
          <a:p>
            <a:r>
              <a:t>【投影片說明】</a:t>
            </a:r>
          </a:p>
          <a:p>
            <a:r>
              <a:t>左右兩張卡片對照一句話下法與四段式 Prompt；左卡「推測（未實測）」標示該結果不是實測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驗收是這一步最重要的部分；這 5 項指令在 step9 上都存在、可以執行；請 AI 把實際輸出貼出來，不要只說「測試通過」</a:t>
            </a:r>
          </a:p>
          <a:p/>
          <a:p>
            <a:r>
              <a:t>【投影片說明】</a:t>
            </a:r>
          </a:p>
          <a:p>
            <a:r>
              <a:t>深色框列出驗收指令（$ 為終端機指令、# 為手動操作，Consolas 16 pt）；下方磚紅字為完成條件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這張是用瀏覽器模擬手機寬度的截圖，不是手機實機；手機安裝與飛航模式要由作者親自測過才打 step9 tag</a:t>
            </a:r>
          </a:p>
          <a:p/>
          <a:p>
            <a:r>
              <a:t>【投影片說明】</a:t>
            </a:r>
          </a:p>
          <a:p>
            <a:r>
              <a:t>左為手機寬度截圖（Playwright 以 375×812 行動裝置模擬），右為讀圖重點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這些都是本專案實際踩過的坑，不是假設；例如第一條：實際踩過：計畫寫的 Actions 版本比實際最新的舊，實作時查 releases 頁才改用 checkout v7、deploy-pages v5 等，再用 git ls-remote 確認 tag 存在</a:t>
            </a:r>
          </a:p>
          <a:p/>
          <a:p>
            <a:r>
              <a:t>【投影片說明】</a:t>
            </a:r>
          </a:p>
          <a:p>
            <a: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【講稿】</a:t>
            </a:r>
          </a:p>
          <a:p>
            <a:r>
              <a:t>最後總結：規則寫進 CLAUDE.md、Prompt 分四段、驗收能執行，這三件事讓 AI 的產出可以被檢查；課後練習請挑一項做，參考資料都在 teaching/out 的 Prompt 卡</a:t>
            </a:r>
          </a:p>
          <a:p/>
          <a:p>
            <a:r>
              <a:t>【投影片說明】</a:t>
            </a:r>
          </a:p>
          <a:p>
            <a:r>
              <a:t>結論頁（closing）：上方深藍框為本課重點句，左為課後練習，右為參考資料，下方為下一步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jp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jpg"/><Relationship Id="rId5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1.jpg"/><Relationship Id="rId5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005840"/>
            <a:ext cx="5760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Agent 實作課 ·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5852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BACalc 財務計算機</a:t>
            </a:r>
          </a:p>
          <a:p>
            <a:pPr algn="l">
              <a:spcAft>
                <a:spcPts val="200"/>
              </a:spcAft>
            </a:pPr>
            <a:r>
              <a:rPr sz="34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用 AI Agent 做完整專案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79776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從 CLAUDE.md 到部署的 10 個步驟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TDD、Skill、自我驗證 Loop、GitHub Pages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261104"/>
            <a:ext cx="1371600" cy="41148"/>
          </a:xfrm>
          <a:prstGeom prst="rect">
            <a:avLst/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923544" y="4553712"/>
            <a:ext cx="1106424" cy="1225296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590288"/>
            <a:ext cx="1025593" cy="1152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40280" y="4754880"/>
            <a:ext cx="4572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田方治  FC Tien, Ph.D.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國立臺北科技大學 工業工程與管理系</a:t>
            </a:r>
          </a:p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iVi-Lab · 2026 秋</a:t>
            </a:r>
          </a:p>
        </p:txBody>
      </p:sp>
      <p:pic>
        <p:nvPicPr>
          <p:cNvPr id="11" name="Picture 10" descr="Taipei Tech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411480"/>
            <a:ext cx="960722" cy="566928"/>
          </a:xfrm>
          <a:prstGeom prst="rect">
            <a:avLst/>
          </a:prstGeom>
        </p:spPr>
      </p:pic>
      <p:pic>
        <p:nvPicPr>
          <p:cNvPr id="12" name="Picture 11" descr="tvm_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325880"/>
            <a:ext cx="4736592" cy="2664333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903720" y="4045076"/>
            <a:ext cx="4736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TVM 房貸：PMT 求出 1,798.65（付出）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43434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Python 引擎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engine/ 純計算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31352" y="43434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MicroPython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WebAssembly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58984" y="43434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離線 PWA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手機電腦都能用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課程架構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十個步驟與 git tag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每一步都有 Prompt、驗收方式與參考答案 tag（step0～step9）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step0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先教 AI 規矩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15184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07208" y="1911095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step1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用 plan mode 先規劃再動手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73752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65776" y="1911095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step2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TVM 貨幣時間價值引擎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32320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24344" y="1911095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step3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其他工作表引擎與突變測試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90888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82912" y="1911095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step4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PWA 殼與 MicroPython橋接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82912" y="3438144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step5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每張工作表的畫面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9390888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24344" y="3438144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step6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本機儲存與 JSON 匯出入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7132320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65776" y="3438144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step7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Google Drive 同步（選用）</a:t>
            </a:r>
          </a:p>
        </p:txBody>
      </p:sp>
      <p:sp>
        <p:nvSpPr>
          <p:cNvPr id="19" name="Left Arrow 18"/>
          <p:cNvSpPr/>
          <p:nvPr/>
        </p:nvSpPr>
        <p:spPr>
          <a:xfrm>
            <a:off x="4873752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07208" y="3438144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step8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自我驗證 Loop 寫成 Skill</a:t>
            </a:r>
          </a:p>
        </p:txBody>
      </p:sp>
      <p:sp>
        <p:nvSpPr>
          <p:cNvPr id="21" name="Left Arrow 20"/>
          <p:cNvSpPr/>
          <p:nvPr/>
        </p:nvSpPr>
        <p:spPr>
          <a:xfrm>
            <a:off x="2615184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3438144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step9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部署到 GitHub Pages、安裝到手機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10474452" y="3008376"/>
            <a:ext cx="274320" cy="365760"/>
          </a:xfrm>
          <a:prstGeom prst="down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690872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上圖為十個步驟的順序：上排由左而右，下排由右而左；磚紅色的 step7 為選用，作者未實測、沒有 tag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每一步做完都打一個 git tag，教材中的 Prompt 都是實際用過的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docs/spec-2026-10-19.md 5.2 節　·　teaching/prompts.py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 / 86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為什麼選這個案例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BACalc：仿 BA II Plus 的財務計算 PWA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答案可以用 Excel 與實體計算機核對，適合練習「怎麼驗收 AI 的產出」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65376"/>
            <a:ext cx="3581400" cy="2788920"/>
          </a:xfrm>
          <a:prstGeom prst="roundRect">
            <a:avLst>
              <a:gd name="adj" fmla="val 55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82880"/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BA II Plus 風格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財務計算機 Financial Calculator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TVM、攤還、現金流、利率換算、統計、債券、折舊，欄位與正負號慣例和計算機一致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每題都有 Excel 公式當標準答案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3775" y="1865376"/>
            <a:ext cx="3581400" cy="2788920"/>
          </a:xfrm>
          <a:prstGeom prst="roundRect">
            <a:avLst>
              <a:gd name="adj" fmla="val 55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82880"/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Python 在瀏覽器執行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MicroPython＋WebAssembly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計算引擎是純 Python，在 Web Worker 背景載入，畫面先顯示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下載約 0.23 MB，比 Pyodide 小約 23 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58911" y="1865376"/>
            <a:ext cx="3581400" cy="2788920"/>
          </a:xfrm>
          <a:prstGeom prst="roundRect">
            <a:avLst>
              <a:gd name="adj" fmla="val 55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82880"/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離線可用的 PWA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Progressive Web App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純靜態檔、資料只存本機 IndexedDB，手機安裝後飛航模式也能算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部署在 GitHub 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8289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本案例的重點：算不出來就說原因，絕不顯示看起來正常但錯誤的數字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CLAUDE.md　·　README.md　·　DEVLOG 規格修訂（下載大小實測）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 / 86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為什麼選這個案例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App 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桌面版左側選單、手機版單欄加底部分頁列</a:t>
            </a:r>
          </a:p>
        </p:txBody>
      </p:sp>
      <p:pic>
        <p:nvPicPr>
          <p:cNvPr id="5" name="Picture 4" descr="tvm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TVM 房貸：PMT 求出 1,798.65（付出）</a:t>
            </a:r>
          </a:p>
        </p:txBody>
      </p:sp>
      <p:pic>
        <p:nvPicPr>
          <p:cNvPr id="7" name="Picture 6" descr="mobile_tv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73936"/>
            <a:ext cx="1689163" cy="3657600"/>
          </a:xfrm>
          <a:prstGeom prst="rect">
            <a:avLst/>
          </a:prstGeom>
          <a:ln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406640" y="54864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手機版 375 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773936"/>
            <a:ext cx="22219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求出的格子以綠框標示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收到／付出用按鈕切換，和 TI 正負號一致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房貸 PMT = -1,798.65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 / 86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為什麼選這個案例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MVC 分層與執行環境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計算只放在 Model，畫面與橋接分開，才能分別測試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View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畫面 HTML／CSS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web/index.html、views/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Controller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app.js、py-worker.js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排隊、世代編號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Controller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engine/bridge.py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唯一入口、永不擲例外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Model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engine/*.py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只 import math、json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856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上圖為一次計算的路徑：畫面把輸入交給 Controller，經 Web Worker 呼叫 bridge.py，再由 Model 計算後原路回傳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Model 同時在 CPython（pytest）與 MicroPython（npm run test:mpy）執行同一份 golden 測試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回傳格式統一：成功 ok: true＋values，失敗 ok: false＋中文原因與欄位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　·　docs/spec-2026-10-19.md 1.2 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 / 86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每一步的 Prompt 都分成任務、介面、限制、驗收四段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【任務】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要做什麼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一句講清楚範圍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【介面】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別人會依賴的東西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檔名、函式、格式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【限制】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不能做什麼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執行環境、禁止事項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【驗收】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怎麼證明做對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可執行的指令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856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上圖為四段式 Prompt 的結構：【介面】只寫別人會依賴的東西，其餘細節交給 AI 決定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【限制】寫明執行環境（例如 MicroPython 沒有 decimal、ast），AI 才不會用錯工具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【驗收】一定要能執行：AI 要貼出實際跑過的指令與結果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說明（四段式 Prompt）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 / 86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使用者層級與專案層級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AI 每次開工都會先讀 CLAUDE.md，規則寫一次就好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56816"/>
            <a:ext cx="3599688" cy="15544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第 1 層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使用者層級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~/.claude/CLAUDE.md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52900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4632" y="1956816"/>
            <a:ext cx="3599688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第 2 層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專案層級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專案根目錄 CLAUDE.md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898892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0624" y="1956816"/>
            <a:ext cx="3599688" cy="15544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開工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先讀兩層規則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每次對話自動載入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856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上圖為兩層規則的關係：使用者層級放個人通用習慣（所有專案共用），專案層級放這個專案特有、可以檢查的規則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專案層級不重複寫使用者層級的內容，一條規則一行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沒寫進 CLAUDE.md 的規則，AI 不會自己遵守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USER_CLAUDE_MD、PROJECT_CLAUDE_MD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 / 86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使用者層級範本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~/.claude/CLAUDE.md，所有專案共用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55117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我的通用規則（~/.claude/CLAUDE.md，所有專案共用）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回答用繁體中文，重要名詞附英文（例如 單元測試 unit test）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不確定就直接說「不確定」，不要編造；查資料要附連結與搜尋關鍵字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寫完程式要自己測試，貼出實際執行的指令與結果再回報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大改動先給我計畫，我同意後再動手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安裝套件、刪除檔案、推送 GitHub、關閉我開著的程式之前，先問我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USER_CLAUDE_MD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 / 86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專案層級範本（1／4）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BACalc 專案規範（專案層級 CLAUDE.md）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仿 TI BA II Plus 的財務計算 PWA，Python 計算引擎在瀏覽器裡用 MicroPython 執行，手機電腦都能用、可離線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（下面的指令在後面的步驟才會建立，先寫下來讓 AI 知道目標）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常用指令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引擎測試：`python -m pytest -q`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可攜性檢查：`python tools/check_portable.py engine`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建置網頁：`python tools/build_web.py`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本機預覽：`python -m http.server 8765 -d web`，開 http://localhost:8765/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一鍵驗證：`python tools/verify_all.py`（產生 `logs/verify-*.html`）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9 / 86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專案層級範本（2／4）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專案結構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Model：`engine/*.py`，純 Python 計算，沒有 I/O、不碰瀏覽器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Controller：`engine/bridge.py`（唯一入口）、`web/js/app.js`、`web/js/py-worker.js`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View：`web/index.html`、`web/css/`、`web/js/views/`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測試：`tests/`；golden 值：`tests/golden/excel.json`，每筆附 Excel 公式出處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程式風格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Python、PEP 8；註解用繁體中文，重要名詞附英文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金額用「分」整數（`engine/money.py`），日期用序數日（`engine/dates.py`）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10 / 86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專案層級範本（3／4）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工作方式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先寫會失敗的測試，再寫程式（TDD），RED 與 GREEN 的輸出都要貼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改完先跑 `python -m pytest -q`，通過再回報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每次工作結束把過程追加到 `DEVLOG.md`：需求／做法／產出／驗證／問題與修正／待辦，只追加不改寫，失敗的嘗試也要寫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大改動先給計畫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重要規則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MVC 分層，計算只放在 Model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絕不產生看起來正常但錯誤的數字：算不出來回 `{"ok": false, "error": 中文原因}`，不用 0 或預設值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11 / 86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專案層級範本（4／4）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2710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禁止 `eval`／`exec`（MicroPython 沒有 `ast`），算式用自寫遞迴下降剖析器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`engine/` 只能 import `math`、`json`（MicroPython 沒有 decimal、datetime、dataclasses）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golden 值對不上就停下來回報，不改 golden、不放寬容差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12 / 86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0　兩層 CLAUDE.md：先教 AI 規矩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目標：使用者層級放個人通用習慣，專案層級放這個專案的規則，AI 每次開工都會先讀到，不用每次重講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預期產出：~/.claude/CLAUDE.md 有五條通用原則；專案根目錄有 DEVLOG.md 與五段式 CLAUDE.md（對照本教材的 PROJECT_CLAUDE_MD 範本；step0 tag 的 CLAUDE.md 早於範本，段落不同，只當參考）；AI 能正確複述規則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13 / 86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83133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幫我建立這個專案的 CLAUDE.md（專案層級），專案是仿 TI BA II Plus 的財務計算 PWA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我的通用習慣已經寫在 ~/.claude/CLAUDE.md，不要重複寫進專案檔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專案根目錄：CLAUDE.md、DEVLOG.md（先只有標題）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CLAUDE.md 固定五段：常用指令／專案結構／程式風格／工作方式／重要規則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只寫這個專案特有、可以檢查的規則，一條一行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一定要有：MVC 分層、算不出來就回錯誤不回假數字、engine/ 只用 math 與 json（之後要在 MicroPython 跑）、禁止 eval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這一步不寫程式、不安裝任何東西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14 / 86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2710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寫完用三點複述最重要的規則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我開新對話問「engine/ 可以用 decimal 嗎」，你要回答不行並說明原因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15 / 86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左邊為課前替身演練的實測結果（teaching/rehearse.md）；實際發生的同類問題見「實際踩過的坑」第一條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334518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幫我寫一個 CLAUDE.md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實測（替身演練）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照資料夾裡的規格書寫出「Pyodide、AST 白名單、金額用 decimal」，五段缺四段、沒有 DEVLOG.md；問「engine/ 可以用 decimal 嗎」依這份檔案只會答可以（2026-10-21 替身演練）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334518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~/.claude/CLAUDE.md 有五條通用原則；專案根目錄有 DEVLOG.md 與五段式 CLAUDE.md（對照本教材的 PROJECT_CLAUDE_MD 範本；step0 tag 的 CLAUDE.md 早於範本，段落不同，只當參考）；AI 能正確複述規則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16 / 86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12140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claude -p "用三點複述這個專案 CLAUDE.md 最重要的規則"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claude -p "engine/ 可以 import decimal 嗎？為什麼"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把自己的 CLAUDE.md 與 Prompt 卡上的專案層級範本 PROJECT_CLAUDE_MD 逐段對照，五段都要有（下一行是作者當時的版本，早於五段式範本，段落不同，只當參考）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git show step0:CLAUDE.md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3250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17 / 86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・實際踩過：規劃時原本要用 AST 白名單解析算式，自我檢查才發現 MicroPython 沒有 ast 模組，改成自寫遞迴下降剖析器（DEVLOG 2026-10-20 規格修訂）；執行環境的限制沒寫進 CLAUDE.md，AI 每次都會重新犯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・MicroPython 沒有 ast，原本「AST 白名單解析算式」不可行，這種限制要一開始就寫進 CLAUDE.md（DEVLOG 2026-10-20 規格修訂）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・CLAUDE.md 寫了「安裝套件前先問」，AI 真的在 npm install MicroPython 前停下來等同意（progress ledger M1 結尾）；沒寫的規則 AI 不會自己遵守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・需求只給一半時 AI 會猜：修規格時使用者第一則訊息只有「規格書要修改：」，請使用者補充後才拿到真正需求（DEVLOG 2026-10-20 規格修訂）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18 / 86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・step0 tag 的規格書仍寫 Pyodide、AST 白名單、金額用 decimal，和這步 Prompt 的 MicroPython 限制矛盾，要請 AI 列出矛盾，step1 修規格時再改（演練 2026-10-21）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・驗收的 claude -p 需要已登入 Claude Code，演練用假家目錄時只得到 Not logged in，改在互動對話中問同樣的問題（演練 2026-10-21）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・git show step0:CLAUDE.md 只能在 clone 本 repo（含 tag）的資料夾執行，自己新建的資料夾會出現 fatal: invalid object name（演練 2026-10-21）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19 / 86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1　用 plan mode 先規劃再動手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目標：讓 AI 先寫規格書與實作計畫，確認 MVC、測試方式與每一步怎麼驗收，同意後才寫程式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預期產出：docs/ 下有規格書與實作計畫（md 與 html）；計畫拆成小 Task，每個 Task 有測試與 commit 訊息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20 / 86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用 plan mode 規劃這個財務計算機 PWA：先寫規格書，我同意後再拆成實作計畫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這一步不寫任何程式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產出 docs/spec-&lt;日期&gt;.md 與 docs/plan-&lt;日期&gt;.md，用 python tools/md2html.py 轉成同名 HTML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計畫的每個 Task 寫明：要建立的檔案、對外介面、測試、commit 訊息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bridge 統一回傳格式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  成功 {"ok": true, "values": {...}, "display": {...}, "warnings": []}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  失敗 {"ok": false, "error": 中文原因, "field": 欄位或 null}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21 / 86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55117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引擎要在瀏覽器裡跑：先比較 Pyodide 與 MicroPython 的下載大小，附資料來源連結，寫進規格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每個工作表至少 3 個 golden 值，每個都附 Excel 公式或 TI 手冊頁碼當出處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列出所有要我親自做或同意的事：安裝套件、Google OAuth、推送 GitHub、手機實測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計畫包含 MVC 分層、TDD、突變測試、MicroPython 雙執行環境測試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寫完自我檢查一次，列出你不確定的地方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22 / 86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左邊為課前替身演練的實測結果（teaching/rehearse.md）；實際發生的同類問題見「實際踩過的坑」第一條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334518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幫我做一個 BA II Plus 計算機的網頁 App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實測（替身演練）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只在對話裡給三行計畫就問要不要開始寫（使用者層級規則要求先給計畫），docs/ 沒有計畫檔、沒比較執行環境大小，三條驗收指令都找不到檔案（2026-10-21 替身演練）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334518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docs/ 下有規格書與實作計畫（md 與 html）；計畫拆成小 Task，每個 Task 有測試與 commit 訊息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23 / 86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38988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tools/md2html.py docs/plan-2026-10-20.md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grep -n -E "MVC|突變|golden" docs/plan-2026-10-20.md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claude -p "列出 docs/plan-2026-10-20.md 中需要我親自做的事"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0098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24 / 86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・實際踩過：規格第一版用 Pyodide，修訂時實測 jsDelivr 傳輸大小，Pyodide 約 5.3 MB、MicroPython 約 0.23 MB，才改成 MicroPython（DEVLOG 2026-10-20 規格修訂）；如果先寫程式再換執行環境，要整個重來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・計畫本身也會錯，要請 AI 自我檢查：本專案自查發現算式文法讓 -2^2 變成 4、千分位逗號和 nCr 參數逗號衝突，先改計畫再實作（DEVLOG 實作計畫）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沒有內建的功能（現金流回收期 PB、DPB）不要硬造 golden，計畫裡標明改用手算測試（progress ledger Task 2 裁定）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・計畫裡寫的工具指令可能和實作不同：計畫寫 python -m golden.runner --dump，實作改成 python tools/golden_dump.py（DEVLOG Task 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25 / 86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・驗收指令寫的是作者的檔名 plan-2026-10-20.md，學生計畫的日期不同，要換成自己的檔名，否則 FileNotFoundError（演練 2026-10-21）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・Prompt 要求規格同意後才拆計畫，用 claude -p 一次跑完沒有機會同意，這一步要用互動對話（演練 2026-10-21）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26 / 86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2　TDD：TVM 貨幣時間價值引擎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目標：先寫會失敗的測試再寫程式，用 Excel 公式當標準答案，做出可以同時在 CPython 與 MicroPython 執行的 TVM 引擎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預期產出：engine/tvm.py、money.py、dates.py、solver.py、result.py 與對應測試；tests/golden/excel.json 每筆附 Excel 公式；check_portable 通過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27 / 86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8712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用 TDD 實作 TVM 貨幣時間價值：N、I/Y、PV、PMT、FV 五格留一格空白，算出那一格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先寫會失敗的測試並執行給我看（RED），再寫程式讓它通過（GREEN）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engine/tvm.py 的 solve(inputs, unknown)，inputs 鍵為 N、IY、PV、PMT、FV、PY、CY、BGN，回傳 bridge 統一格式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golden 放 tests/golden/excel.json，每筆有 id、call、expected、source（Excel 公式字串）、tol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tools/check_portable.py engine：有違規 exit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28 / 86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engine/ 只能 import math、json 與 engine 內部模組（MicroPython 沒有 decimal、datetime、dataclasses）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求 I/Y 用牛頓法加二分法，|f(x)| &lt; 1e-10、最多 200 次，未收斂回錯誤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求出 N ≤ 0 或無解時回 {"ok": false}，不回傳看似合理的數字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golden 對不上就停下來回報，不准改 golden 或放寬容差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-m pytest tests/test_tvm.py 全過，貼出 RED 與 GREEN 兩次輸出（pytest.ini 已含 -q，不要再加 -q，否則看不到 passed 摘要）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房貸 N=360、I/Y=6、PV=300000、FV=0，PMT 應為 -1798.65（=PMT(0.06/12,360,300000)）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29 / 86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左邊為課前替身演練的實測結果（teaching/rehearse.md）；實際發生的同類問題見「實際踩過的坑」第一條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334518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用 Python 寫 TVM 計算，要有測試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實測（替身演練）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測試只驗自己算的數字、沒有出處；PV 與 PMT 同號時求 N 回 -183.7 期，I/Y 無解時沒收斂仍回 15.07%，都是看似正常的錯數字（2026-10-21 替身演練）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334518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engine/tvm.py、money.py、dates.py、solver.py、result.py 與對應測試；tests/golden/excel.json 每筆附 Excel 公式；check_portable 通過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30 / 86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75564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tests/test_tvm.py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-q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tools/check_portable.py engine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tools/golden_dump.py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6674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31 / 86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tvm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TVM 房貸：PMT 求出 1,798.65（付出）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73936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N=360、I/Y=6、PV=300000、FV=0，PMT 留空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按「計算」求出 1,798.65（付出）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與 Excel =PMT(0.06/12,360,300000) 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32 / 86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・實際踩過：PV、PMT 同號的無解案例，初版求 N 回傳約 -8.3 期，看起來像數字其實沒有意義，改成 N ≤ 0 一律回錯誤（DEVLOG Task 5）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・沒留 RED 輸出就不算 TDD：要求 AI 先跑一次失敗的測試並貼出來（本專案有幾個 Task 測試與實作同時寫，DEVLOG 都誠實記下「沒有單獨保留 RED」）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・測試要真的走到想測的路徑：求根器測試第一版用線性函數，牛頓法兩步就收斂，二分法根本沒跑到，改用立方根函數（DEVLOG Task 4 修正輪 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・本機 pytest 外掛干擾：hydra 外掛一載入就崩潰，用 pytest.ini 的 -p no:hydra_pytest 停用，不必移除套件（DEVLOG Task 0＋1）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・萬分比寫錯分母：稅率初版除以 1000000（應為 10000），是測試 RED 才抓到（DEVLOG Task 3＋4）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33 / 86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・I/Y 真的是 0% 時牛頓法停在 -1.2e-7%，畫面可能顯示 -0.00（progress ledger Task 5，待改）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・step1 tag 沒有 pytest.ini（Prompt 說的「已含 -q」是 step2 的狀態），從 step1 接手要先建 pytest.ini 並加 -p no:hydra_pytest，否則本機 pytest 一啟動就崩潰（演練 2026-10-21）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・驗收的 python tools/golden_dump.py 不在 Prompt 的【介面】，照 Prompt 做不會產生，執行時找不到檔案（演練 2026-10-21）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・I/Y 為 0% 時 ((1+i)^n−1)/i 有相消誤差，演練第一版二分法跑滿 200 次仍回「未收斂」，改用接近 0 時的一階展開才通過（演練 2026-10-21）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34 / 86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3　其他工作表引擎與突變測試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目標：照 TVM 的 TDD 方式完成其餘工作表與 bridge，再用突變測試證明測試真的抓得到錯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預期產出：engine/ 下 amort、cashflow、iconv、stats、bond、depr、business、calc、memory、fmt、bridge；pytest 全過；mutate.py 全部突變被殺死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35 / 86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照 step2 的 TDD 方式，一次一個工作表實作其他引擎：AMORT、CF、ICONV、STAT、BOND、DEPR、商業與日期、計算機算式與記憶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最後做 bridge 與突變測試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engine/bridge.py 的 call(request_json) 回傳 JSON 字串，永不擲例外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  request 為 {"sheet": "tvm", "action": "solve", "inputs": {...}, "settings": {...}}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每個工作表至少 3 題 golden，放 tests/golden/excel.json，用 tools/make_golden_excel.py 從 Excel 公式產生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tools/mutate.py：至少 15 個突變（例如拿掉 BGN 因子），每個都要被測試殺死，結束後 engine/ 要還原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36 / 86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算式用自寫遞迴下降剖析器，禁止 eval／exec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攤還 BAL 與 PV 同號（正數），INT、PRN 為負，和 Excel CUMIPMT／CUMPRINC 一致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輸入或結果含 inf、nan 一律回錯誤；期數不是整數直接拒絕，不四捨五入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golden 對不上就回報我，不改 golden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-m pytest -q 全過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tools/mutate.py 顯示全部 killed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tools/check_portable.py engine 通過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37 / 86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把 BA II Plus 其他功能都做出來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一次寫完全部工作表，測試只確認「有回傳數字」，期數 24.5 會被四捨五入、攤還餘額正負號隨便取，也不會有突變測試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engine/ 下 amort、cashflow、iconv、stats、bond、depr、business、calc、memory、fmt、bridge；pytest 全過；mutate.py 全部突變被殺死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38 / 86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75564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-q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tools/mutate.py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tools/check_portable.py engine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tests/test_bridge.py -q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6674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39 / 86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amort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1236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攤還 AMORT：INT -17,899.78 與攤還表</a:t>
            </a:r>
          </a:p>
        </p:txBody>
      </p:sp>
      <p:pic>
        <p:nvPicPr>
          <p:cNvPr id="7" name="Picture 6" descr="cf_i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7872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現金流 CF：NPV 282.77、IRR 11.52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8575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攤還第 1～12 期利息 -17,899.78（=CUMIPMT）；現金流 NPV 282.77、IRR 11.52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IRR 有兩次正負號變化時，App 會提醒可能有多個解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40 / 86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・實際踩過：攤還初版用 round() 取整期數，24.5 期被當成 24 期，算出看似正常的錯數字（DEVLOG Task 6 修正輪 1）；攤還 BAL 正負號也曾裁定錯，後來改成與 PV 同號（progress ledger Task 2）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・golden 公式也會錯：STAT EXP 的 b 原本寫 SLOPE(LN(Y),X)（其實是 ln b），引擎對照失敗（1.4042 對 0.3395）才發現，改成 EXP(SLOPE(LN(Y),X)) 重產（DEVLOG Task 9）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・只測「有錯誤」不夠：CF 溢位改成 inf 後 IRR 回「無法收斂」、NPV 假溢位，測試只檢查任何 err 所以沒抓到，改成檢查值（DEVLOG Task 7 修正輪 2）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・回收期 PB／DPB 在 CF0 ≥ 0 時初版回 0.0，看似合理其實誤導；9999 期配極端利率會擲 OverflowError（DEVLOG Task 7 修正輪 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41 / 86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・等價突變：IRR 下限改成 0 仍存活，因為後備掃描會找回同一個根，要改成複合突變才殺得死（DEVLOG Task 17）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・「²」的 str.isdigit() 是 True，3² 被當成數字，改成明確比對 0123456789（DEVLOG Task 14）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・DB 折舊部分年度的最後一列整年計算，表尾不到殘值，屬看似合理的錯數字，改成拒絕 M01≠1（DEVLOG Task 11 修正輪 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・mutate.py 在 engine/ 有未提交變更時會拒絕執行，先 commit 再跑（DEVLOG Task 18 修正輪 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42 / 86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4　PWA 殼與 MicroPython（Web Worker）橋接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8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目標：先用 spike 證明 MicroPython 是雙精度，再讓畫面先顯示、Python 在背景載入，離線也能用；同一份 golden 在 MicroPython 也要全綠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預期產出：web/ PWA 殼（index.html、manifest、sw.js）、web/vendor/ 鎖定版 MicroPython、py-worker.js 與 py-client.js、selftest.html；MicroPython golden 51/51 全綠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43 / 86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先做 spike：在 Node 裡用 MicroPython WebAssembly 版跑 golden，確認浮點數是雙精度，再決定採用 MicroPython 或退回 Pyodide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通過後做 PWA 殼：畫面先顯示，Python 在 Web Worker 背景載入，就緒前的計算請求排隊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npm 套件 @micropython/micropython-webassembly-pyscript 鎖定確切版本，執行環境複製到 web/vendor/，不靠 CDN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tools/build_web.py 把 engine/ 複製到 web/py/；--check 只檢查是否過期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Worker 訊息：送 {id, request}，回 {id, response} 或 {id, error}；載入完成送 {type: "ready", ms}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畫面 #py-status 顯示載入中／就緒／錯誤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npm run test:mpy 在 MicroPython 跑全部 golden 與錯誤案例；web/selftest.html 在瀏覽器重跑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web/sw.js 的 APP_SHELL 列出所有殼檔案，python tools/check_shell.py 檢查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44 / 86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8712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安裝 npm 套件前先問我，並先確認專案資料夾有 package.json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CPython 與 MicroPython 同一題相對誤差 &gt; 1e-9 即失敗；錯誤路徑也要比，不只比成功案例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殼檔案改了 Service Worker 要能更新，不能讓使用者卡在舊版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npm run test:mpy 全綠、node tools/check_worker.mjs 通過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瀏覽器開 selftest.html 全部 PASS；停掉伺服器重新整理仍能計算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回報 Pyodide 與 MicroPython 的下載大小與殼顯示、Python 就緒時間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45 / 86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把 Python 引擎放到網頁上跑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會選最常見的 Pyodide 從 CDN 載入（約 5.3 MB），在主執行緒載入讓畫面卡住，也不會在 MicroPython 重跑測試，CPython 能過的程式到瀏覽器才壞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web/ PWA 殼（index.html、manifest、sw.js）、web/vendor/ 鎖定版 MicroPython、py-worker.js 與 py-client.js、selftest.html；MicroPython golden 51/51 全綠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46 / 86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218687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npm ci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tools/build_web.py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npm run test:mpy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node tools/check_worker.mjs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tools/check_shell.py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node tools/spike_float.mjs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http.server 8765 -d web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瀏覽器開 http://localhost:8765/selftest.html 應全部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9783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47 / 86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settings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設定頁「關於」：MicroPython 版本與啟動時間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73936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MicroPython 套件 1.29.0-6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殼顯示約 0.5 秒、Python 就緒約 0.7 秒（本機）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數字隨機器而異，以實際畫面為準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48 / 86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・實際踩過：spike 發現 Exception.__init__(self, msg) 在 MicroPython 會擲 AttributeError，所有錯誤訊息都變成「內部錯誤」；json.dumps 不支援 allow_nan、也沒有 RecursionError，CPython 測試全過也抓不到（DEVLOG Task 18、Task 16 修正輪 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・實測下載大小：Pyodide 0.28.3 傳輸約 5.3 MB、MicroPython 1.29.0 約 0.23 MB，約小 23 倍；本機載入加 import 引擎約 65 ms（DEVLOG 規格修訂、Task 18）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・npm 會往上找 package.json：BACalc 還沒有 package.json 時，npm install 裝到上一層 Tien Research 資料夾，先建 package.json 再裝（DEVLOG Task 18）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・Windows 的 python http.server 把 .mjs 回成 text/plain，瀏覽器拒絕載入 module，改用位元組相同的 micropython.js（DEVLOG Task 20）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49 / 86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・core.autocrlf=true 會改動 wasm 等鎖定檔的位元組，加 .gitattributes 的 web/vendor/* -text（DEVLOG Task 20）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・Service Worker 快取舊檔：改了程式重新整理還是舊版，改成用殼檔案內容雜湊 SHELL_HASH 觸發更新（progress ledger Task 20）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・計畫的判定式寫錯：1e300*10 在雙精度仍是有限值，改成 1e308*10 == inf（progress ledger Task 18）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・MicroPython 的 '%.15g' 遇到精確中點採 half-up（CPython 是 half-even），≥1e11 的值末位偶爾差 1，所以雙環境比數值不比字串；金額上限因此訂為 1e13 元（progress ledger Task 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50 / 86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5　人性化 UI：每張工作表的畫面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目標：手機與電腦都好操作：留一格空白就算、錯誤標出欄位、說明附真實範例、表格可匯出 CSV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預期產出：web/js/views/ 下各工作表畫面、input.js、csv.js、tape.js、memstore.js；JS 單元測試與 pytest 全過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51 / 86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做全部工作表的人性化畫面：TVM、AMORT、CF、ICONV、STAT、BOND、DEPR、商業、日期、計算機與紙帶、記憶、設定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欄位 id 固定為 f-&lt;工作表&gt;-&lt;鍵&gt;，例如 f-tvm-PMT；錯誤時用 bridge 回傳的 field 把該欄標紅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數字解析放 web/js/input.js（千分位、全形數字、5 或 5%），規則與 engine 的解析一致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攤還表、折舊表可匯出 CSV，儲存格是 Excel 能加總的純數字（不含千分位）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新增的 web 檔案都列進 web/sw.js 的 APP_SHELL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留一格空白就算那一格，算完標示「求出」的格子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請求進行中改了輸入，舊回應不可顯示（用世代編號 generation 擋）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說明文字裡的範例數字必須等於引擎實際算出的 display，用測試鎖住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手機 375px 寬單欄加底部分頁列，電腦左側選單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52 / 86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2710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node --test "tests/js/*.test.mjs" 與 python -m pytest -q 全過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在瀏覽器實際操作每張工作表一次，回報 TVM 與 CF 畫面上的數字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53 / 86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幫每個功能做一個好看的畫面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畫面好看，但說明裡的範例數字是 AI 猜的、CSV 匯出畫面上的字串（含千分位）、快速連按時舊結果蓋掉新結果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web/js/views/ 下各工作表畫面、input.js、csv.js、tape.js、memstore.js；JS 單元測試與 pytest 全過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54 / 86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75564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node --test "tests/js/*.test.mjs"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npm run test:js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tests/test_web_sheets.py -q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tools/check_shell.py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6674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55 / 86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calc_t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1236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計算機 CALC：算式與紙帶 Tape</a:t>
            </a:r>
          </a:p>
        </p:txBody>
      </p:sp>
      <p:pic>
        <p:nvPicPr>
          <p:cNvPr id="7" name="Picture 6" descr="mobile_tv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773936"/>
            <a:ext cx="1247077" cy="2700337"/>
          </a:xfrm>
          <a:prstGeom prst="rect">
            <a:avLst/>
          </a:prstGeom>
          <a:ln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78727" y="452913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手機版 375 px：單欄與底部分頁列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8575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計算機的每一筆算式都進紙帶 Tape，點一下可帶回輸入框；手機版改成單欄與底部分頁列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說明裡的範例數字都由引擎實際算出，用測試鎖住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56 / 86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・實際踩過：說明文字的範例是猜的，e2e 抓到 IRR 寫 13.7 實際 13.78、MIRR 寫 11.9 實際 11.83（DEVLOG Task 21）；CSV 原本匯出顯示字串，Excel 無法加總，改成純數字（progress ledger Task 22）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・node --test tests/js（給目錄）在 Node 22 找不到模組，要傳 glob 字串 "tests/js/*.test.mjs"（DEVLOG Task 21）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・求出一格再求另一格時，舊的「求出」標記沒清，下次出現兩格空白（DEVLOG Task 21 修正輪 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・STAT 預測錯誤標到資料清單欄而不是 X' 欄：field 對應要以 action 優先（progress ledger Task 21 修正輪 2）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・EU 數字格式下 599.55 會判格式錯誤（點是千分位），要輸入 599,55（DEVLOG Task 22 修正輪 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57 / 86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・貼上表格：單欄但行尾有 tab 被誤判成多欄（DEVLOG Task 23）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・memstore.store(i, undefined) 因預設參數 x = 0 被存成 0，測試抓到（DEVLOG Task 24）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・CHAIN 模式下 -2^2 = 4（和 AOS 不同），要在畫面與教材說明（progress ledger Task 14）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58 / 86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6　本機儲存與 JSON 匯出入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目標：設定、紙帶、記憶、情境存在手機本機（IndexedDB），可匯出 JSON 備份並匯入還原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預期產出：web/js/storage/ 下 idb.js、backup.js、persist.js 與情境列；JSON 匯出入來回一致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59 / 86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加上本機儲存與備份：設定、紙帶、記憶、情境存在 IndexedDB；可匯出 JSON 備份，匯入時選擇取代或合併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匯出檔名 bacalc-backup-YYYYMMDD.json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  內容 {"app", "schema", "exported_at", "data": {"settings", "scenarios", "tape", "memory"}}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匯入先驗證格式，錯誤回中文原因，且不寫入任何資料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純函式放 web/js/storage/backup.js，IndexedDB 存取放 web/js/storage/idb.js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資料只存本機，不送到任何伺服器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匯入資料要清理（設定值範圍、表格大小、字串長度），壞檔不能弄壞現有資料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情境要連表格內容（CF、STAT）一起存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關閉頁面前把還沒寫入的紙帶 flush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60 / 86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2710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node --test tests/js/backup.test.mjs tests/js/idb.test.mjs 全過（用假的 IndexedDB）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來回測試：匯出、清空、匯入，所有值相同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61 / 86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61366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加一個存檔功能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可能用 localStorage 只存目前畫面、沒有匯出入；匯入不驗證格式，壞檔直接覆蓋現有資料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61366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web/js/storage/ 下 idb.js、backup.js、persist.js 與情境列；JSON 匯出入來回一致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62 / 86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38988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node --test tests/js/backup.test.mjs tests/js/idb.test.mjs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node --test "tests/js/*.test.mjs"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-q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0098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63 / 86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settings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設定頁「關於」：MicroPython 版本與啟動時間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73936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設定頁的匯出 JSON、匯入 JSON（合併／取代）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Google Drive 同步區預設關閉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資料只存在本機 IndexedDB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64 / 86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・實際踩過：情境儲存一開始沒存 CF、STAT 的表格內容，載入後舊表格和新的 CF0、I 混在一起，看起來像正常結果（progress ledger Task 25 審查、DEVLOG Task 25 修正輪 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・情境沒存表格內容：CF、STAT 載入後舊表格與新輸入混在一起（DEVLOG Task 25 修正輪 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・同一份備份匯入兩次紙帶加倍，合併時去除完全相同的項目（DEVLOG Task 25）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・瀏覽器模組快取：第一次驗證載到舊的 grid.js，看起來像新程式錯了，強制重新載入才正確（DEVLOG Task 25 修正輪 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・測試自己算錯時區（測試錯、實作對）：先懷疑測試再改程式（DEVLOG Task 25）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・搬家（舊鍵改存 IndexedDB）要在 IndexedDB 真的寫入成功後才刪舊資料（DEVLOG Task 25 修正輪 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65 / 86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7　Google Drive 同步（選用，作者未實測）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tag：沒有 tag（選用，作者未實測）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無 tag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目標：使用者自己申請 OAuth Client ID 後，可把備份手動上傳到 Drive 的 App 專屬資料夾；預設關閉；選用，作者未實測，沒有 step7 tag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預期產出：gdrive.js、設定頁同步區、docs/google-oauth-setup.html；預設關閉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66 / 86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83133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加上選用的 Google Drive 同步：預設關閉，使用者在設定頁填自己的 OAuth Client ID 後，才能手動上傳／下載備份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web/js/storage/gdrive.js；權限範圍只用 https://www.googleapis.com/auth/drive.appdata（App 專屬隱藏資料夾）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上傳內容與 step6 的 JSON 備份格式相同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申請步驟寫成 docs/google-oauth-setup.md 並轉成 HTML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Client ID 存本機，不寫死在程式碼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雲端比本機新時不自動覆蓋，顯示雙方時間讓使用者選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本機有沒有改用內容雜湊判斷，不用時間戳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67 / 86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2710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node --test tests/js/gdrive.test.mjs 全過（假的 Drive API）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手動：用自己的 Client ID 上傳一次，在另一個瀏覽器下載，值相同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68 / 86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61366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幫我把資料同步到 Google Drive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可能要求完整 Drive 權限、把 Client ID 寫死在程式碼、雲端較新時直接覆蓋本機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61366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gdrive.js、設定頁同步區、docs/google-oauth-setup.html；預設關閉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69 / 86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38988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node --test tests/js/gdrive.test.mjs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tools/md2html.py docs/google-oauth-setup.md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照 docs/google-oauth-setup.html 申請 Client ID 後手動上傳與下載一次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0098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70 / 86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・實際踩過：原本用時間戳判斷本機有沒有改，記憶與設定的修改看不出來，改成記錄上次同步的內容雜湊（progress ledger Task 26）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・作者沒有用真的 Client ID 實測，所以沒打 step7 tag，課堂上當作選用（progress ledger Task 26）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・時間戳判斷本機變更會漏掉記憶與設定的修改，改用內容雜湊（progress ledger Task 26）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・說明頁連到 GitHub main 分支的檔案，合併到 main 之前會 404（progress ledger Task 26）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71 / 86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8　自我驗證 Loop 寫成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5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目標：一個指令跑完全部驗證並產生 HTML log，再寫成 Skill，讓 AI 每次改完都自己跑「改、驗、讀 log、修」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預期產出：tools/verify_all.py、.claude/skills/verify-bacalc/SKILL.md、e2e/checklist.md；logs/ 下有全 PASS 的驗證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72 / 86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把所有驗證串成一個指令，再寫成 Claude Code 的 Skill；之後每次改完程式，你都自己跑這個 Loop：改、驗證、讀 log、修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tools/verify_all.py：依序跑 git 乾淨檢查、check_portable、pytest、build_web --check、check_shell、JS 單元測試、check_worker、test:mpy、mutate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  --quick 略過 mutate；任一項失敗 exit 1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產生 logs/verify-YYYYMMDD-HHMM.html：commit hash、每項 PASS/FAIL、耗時、失敗輸出末 60 行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Skill 放 .claude/skills/verify-bacalc/SKILL.md：何時用、怎麼跑、怎麼看 log、規則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UI 的手動檢查表放 e2e/checklist.md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73 / 86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55117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git 不乾淨就拒絕執行；--allow-dirty 只供示範，log 標示 DIRTY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Skill 要寫明：絕不改 golden、不放寬容差、不刪或改弱測試來讓驗證通過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單項失敗仍跑完其餘項目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故意改壞 engine/tvm.py 的一個符號，用 --allow-dirty 跑，要看到 FAIL；還原後完整跑一次全 PASS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開新對話說「我改完了，幫我驗證」，你要自動使用 verify-bacalc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74 / 86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寫個腳本跑全部測試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腳本遇到第一個失敗就停、沒有 log 也沒有 commit hash；驗證失敗時 AI 可能直接改測試或放寬容差讓它變綠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tools/verify_all.py、.claude/skills/verify-bacalc/SKILL.md、e2e/checklist.md；logs/ 下有全 PASS 的驗證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75 / 86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12140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tools/verify_all.py --quick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tools/verify_all.py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tools/verify_all.py --allow-dirty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cat .claude/skills/verify-bacalc/SKILL.md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照 e2e/checklist.md 在瀏覽器逐項勾選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3250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76 / 86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・實際踩過：完整驗證約 2 分 22 秒（mutate 約 102 秒），超過工具 2 分鐘逾時，要改在背景執行再讀結果（DEVLOG Task 21 修正輪 1、Task 27，logs/verify-20261020-2339.html）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・pytest.ini 的 addopts 已含 -q，再加 -q 會吃掉最後的 passed 摘要，驗證時改用 -o addopts 覆寫（DEVLOG Task 21）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・示範弄壞 engine 時，build_web --check 與 test:mpy 也會一起失敗（web/py 是舊的正確建置），屬預期（DEVLOG Task 27）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・超過 2 分鐘的工具逾時：完整驗證改在背景跑，跑完再讀 log（DEVLOG Task 21、Task 27）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・Git Bash 顯示中文輸出會亂碼（cp950），log 檔本身是 UTF-8；需要時設 PYTHONIOENCODING=utf-8（DEVLOG Task 17、Task 27）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77 / 86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・e2e 檢查表有幾項預期值是公式推算、未經瀏覽器實測，要在表上註明（DEVLOG Task 27）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78 / 86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9　部署到 GitHub Pages、安裝到手機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tag：step9（此 tag 尚未建立，作者完成實測後才會打）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5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目標：push 到 main 時自動測試，全過才部署；手機安裝成 App，飛航模式也能算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預期產出：.github/workflows/pages.yml、README.md 安裝說明；線上網址可開、selftest 全綠；手機飛航模式可用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79 / 86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用 GitHub Actions 部署到 GitHub Pages：push 到 main 時先跑測試，全過才部署 web/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部署後在手機安裝，開飛航模式操作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.github/workflows/pages.yml：test job（pytest、check_portable、build_web、check_shell、test:mpy、JS 測試、check_worker），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  通過後 deploy job（upload-pages-artifact 上傳 web/、deploy-pages）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線上網址寫進 README.md 與 OAuth 授權來源說明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README 寫 Android Chrome 與 iPhone Safari 的安裝步驟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80 / 86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8712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推送 GitHub 前先問我；repo 名稱與 public／private 由我決定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Actions 版本要查證存在並附查證方式，不憑記憶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CI 不跑突變測試（太慢），README 註明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web/py 被 git 忽略，CI 要先跑 build_web.py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GitHub Actions 兩個 job 都綠，線上 selftest.html 全部 PASS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手機安裝後開飛航模式，TVM 與 CF 仍能計算；回報殼顯示與 Python 就緒時間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81 / 86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幫我把網站放上網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可能沒先問就 push、用「從分支部署」把整個 repo 公開，沒有測試就上線，web/py 沒建置導致線上無法計算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.github/workflows/pages.yml、README.md 安裝說明；線上網址可開、selftest 全綠；手機飛航模式可用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82 / 86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12140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-q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tools/check_portable.py engine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npm run test:mpy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gh run list --workflow pages.yml --limit 1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開啟 https://fctien.github.io/Statistics-Accouting-Calculator/selftest.html 應全部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3250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83 / 86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瀏覽器模擬手機寬度 375 px 後擷取</a:t>
            </a:r>
          </a:p>
        </p:txBody>
      </p:sp>
      <p:pic>
        <p:nvPicPr>
          <p:cNvPr id="5" name="Picture 4" descr="mobile_t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73936"/>
            <a:ext cx="1731391" cy="3749039"/>
          </a:xfrm>
          <a:prstGeom prst="rect">
            <a:avLst/>
          </a:prstGeom>
          <a:ln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" y="55686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手機版 375 px：單欄與底部分頁列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2991" y="1773936"/>
            <a:ext cx="853732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手機寬度 375 px 的版面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安裝到主畫面後可離線使用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此圖為桌面瀏覽器模擬手機寬度，手機實機與飛航模式由作者另行實測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84 / 86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・實際踩過：計畫寫的 Actions 版本比實際最新的舊，實作時查 releases 頁才改用 checkout v7、deploy-pages v5 等，再用 git ls-remote 確認 tag 存在（DEVLOG Task 28、progress ledger Task 28）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・Pages 網址路徑區分大小寫：本專案是 /Statistics-Accouting-Calculator/（保留使用者的拼法），大小寫打錯就 404（progress ledger 裁定；作者另一個 PWA 專案實際踩過）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・本機無法跑真正的 GitHub Actions：用 git checkout-index 匯出 LF 的乾淨副本，依序跑 workflow 的指令模擬 CI（DEVLOG Task 28）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・手機實機安裝與飛航模式由作者親自測，測完才打 step9 tag（DEVLOG Task 28 待辦）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85 / 86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本週結論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本週重點與課後練習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2768"/>
            <a:ext cx="11091672" cy="969264"/>
          </a:xfrm>
          <a:prstGeom prst="roundRect">
            <a:avLst>
              <a:gd name="adj" fmla="val 7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23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規則寫進 CLAUDE.md、Prompt 寫清楚四段、驗收要能執行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16352"/>
            <a:ext cx="5486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課後練習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照 Prompt 卡重做任一步，貼出 RED 與 GREEN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故意改壞一個公式，用 verify_all 抓出來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把自己的通用習慣寫成 ~/.claude/CLAUDE.md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816352"/>
            <a:ext cx="533095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參考資料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Prompt卡_AI.html（teaching/out/）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docs/spec-2026-10-19.md 第 5 節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DEVLOG.md 每個 Task 的問題與修正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10912"/>
            <a:ext cx="11091672" cy="658368"/>
          </a:xfrm>
          <a:prstGeom prst="roundRect">
            <a:avLst>
              <a:gd name="adj" fmla="val 22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8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下一步：用同樣的方法做自己的專案，先寫 CLAUDE.md 與計畫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86 / 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·　docs/spec-2026-10-19.md 第 5 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